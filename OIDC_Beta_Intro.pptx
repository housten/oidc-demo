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Outline of today's beta session for developers/devops.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Discuss static keys as a major CI/CD risk.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OIDC temporary tokens and verifiable identity.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Contrast the two protocols for clarity.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GitHub acts as IdP issuing the JWT to cloud providers.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workload identity concept.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OIDC discovery metadata.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Visualize token claims and meaning.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Entra ID setup for federation.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Invite audience feedback and wrap-up.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A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OIDC with GitHub Actions: Beta Introduction (Session 1)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Presenter: Heidi Housten</a:t>
            </a:r>
          </a:p>
          <a:p>
            <a:r>
              <a:rPr>
                <a:solidFill>
                  <a:srgbClr val="FFFFFF"/>
                </a:solidFill>
              </a:rPr>
              <a:t>Solidify – now a part of Eficode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A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FFFFFF"/>
                </a:solidFill>
              </a:defRPr>
            </a:pPr>
            <a:r>
              <a:rPr>
                <a:solidFill>
                  <a:srgbClr val="FFFFFF"/>
                </a:solidFill>
              </a:rPr>
              <a:t>Part 1: The Why and What (15 min)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>
                <a:solidFill>
                  <a:srgbClr val="FFFFFF"/>
                </a:solidFill>
              </a:rPr>
              <a:t>• Static Keys Problem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>
                <a:solidFill>
                  <a:srgbClr val="FFFFFF"/>
                </a:solidFill>
              </a:rPr>
              <a:t>• OIDC Solution &amp; GitHub’s Role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>
                <a:solidFill>
                  <a:srgbClr val="FFFFFF"/>
                </a:solidFill>
              </a:rPr>
              <a:t>Part 2: Workload Identity &amp; Trust (20 min)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>
                <a:solidFill>
                  <a:srgbClr val="FFFFFF"/>
                </a:solidFill>
              </a:rPr>
              <a:t>• JWT Deep Dive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>
                <a:solidFill>
                  <a:srgbClr val="FFFFFF"/>
                </a:solidFill>
              </a:rPr>
              <a:t>• Cloud Federation Demos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>
                <a:solidFill>
                  <a:srgbClr val="FFFFFF"/>
                </a:solidFill>
              </a:rPr>
              <a:t>Feedback &amp; Q&amp;A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A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The Hidden Risk: Static Credentials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FFFFFF"/>
                </a:solidFill>
              </a:defRPr>
            </a:pPr>
            <a:r>
              <a:rPr>
                <a:solidFill>
                  <a:srgbClr val="FFFFFF"/>
                </a:solidFill>
              </a:rPr>
              <a:t>AWS_ACCESS_KEY_ID / AZURE_SECRET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>
                <a:solidFill>
                  <a:srgbClr val="FFFFFF"/>
                </a:solidFill>
              </a:rPr>
              <a:t>Long-lived credentials; high risk if leaked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>
                <a:solidFill>
                  <a:srgbClr val="FFFFFF"/>
                </a:solidFill>
              </a:rPr>
              <a:t>Zero context on usage or origin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A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The OIDC Difference: Short-Lived Tokens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FFFFFF"/>
                </a:solidFill>
              </a:defRPr>
            </a:pPr>
            <a:r>
              <a:rPr>
                <a:solidFill>
                  <a:srgbClr val="FFFFFF"/>
                </a:solidFill>
              </a:rPr>
              <a:t>OIDC builds on OAuth 2.0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>
                <a:solidFill>
                  <a:srgbClr val="FFFFFF"/>
                </a:solidFill>
              </a:rPr>
              <a:t>Tokens issued by GitHub IdP, short-lived &amp; signed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>
                <a:solidFill>
                  <a:srgbClr val="FFFFFF"/>
                </a:solidFill>
              </a:rPr>
              <a:t>No stored secrets — fresh token per run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A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OIDC vs OAuth: Authentication vs Authorization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FFFFFF"/>
                </a:solidFill>
              </a:defRPr>
            </a:pPr>
            <a:r>
              <a:rPr>
                <a:solidFill>
                  <a:srgbClr val="FFFFFF"/>
                </a:solidFill>
              </a:rPr>
              <a:t>OAuth 2.0 → Authorization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>
                <a:solidFill>
                  <a:srgbClr val="FFFFFF"/>
                </a:solidFill>
              </a:rPr>
              <a:t>OIDC → Authentication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>
                <a:solidFill>
                  <a:srgbClr val="FFFFFF"/>
                </a:solidFill>
              </a:rPr>
              <a:t>CI/CD uses OIDC for identity → leads to cloud authorization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A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The GitHub Actions Identity Provider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FFFFFF"/>
                </a:solidFill>
              </a:defRPr>
            </a:pPr>
            <a:r>
              <a:rPr>
                <a:solidFill>
                  <a:srgbClr val="FFFFFF"/>
                </a:solidFill>
              </a:rPr>
              <a:t>Issuer: https://token.actions.githubusercontent.com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>
                <a:solidFill>
                  <a:srgbClr val="FFFFFF"/>
                </a:solidFill>
              </a:rPr>
              <a:t>permissions: id-token: write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>
                <a:solidFill>
                  <a:srgbClr val="FFFFFF"/>
                </a:solidFill>
              </a:rPr>
              <a:t>Use cloud login actions to exchange token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A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Workload Identity: Identity for Your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FFFFFF"/>
                </a:solidFill>
              </a:defRPr>
            </a:pPr>
            <a:r>
              <a:rPr>
                <a:solidFill>
                  <a:srgbClr val="FFFFFF"/>
                </a:solidFill>
              </a:rPr>
              <a:t>Human vs Machine identity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>
                <a:solidFill>
                  <a:srgbClr val="FFFFFF"/>
                </a:solidFill>
              </a:rPr>
              <a:t>Federation: trusting external IdP (GitHub)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>
                <a:solidFill>
                  <a:srgbClr val="FFFFFF"/>
                </a:solidFill>
              </a:rPr>
              <a:t>Azure Service Principal / AWS IAM Role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A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Demo 1: The Well-Known Endpoint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FFFFFF"/>
                </a:solidFill>
              </a:defRPr>
            </a:pPr>
            <a:r>
              <a:rPr>
                <a:solidFill>
                  <a:srgbClr val="FFFFFF"/>
                </a:solidFill>
              </a:rPr>
              <a:t>URL: https://token.actions.githubusercontent.com/.well-known/openid-configuration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>
                <a:solidFill>
                  <a:srgbClr val="FFFFFF"/>
                </a:solidFill>
              </a:rPr>
              <a:t>Lists claims and public keys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>
                <a:solidFill>
                  <a:srgbClr val="FFFFFF"/>
                </a:solidFill>
              </a:rPr>
              <a:t>Proves GitHub is OIDC-compliant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A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Demo 2: Inside the Identity Token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FFFFFF"/>
                </a:solidFill>
              </a:defRPr>
            </a:pPr>
            <a:r>
              <a:rPr>
                <a:solidFill>
                  <a:srgbClr val="FFFFFF"/>
                </a:solidFill>
              </a:rPr>
              <a:t>JWT = Header.Payload.Signature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>
                <a:solidFill>
                  <a:srgbClr val="FFFFFF"/>
                </a:solidFill>
              </a:rPr>
              <a:t>iss: GitHub | sub: repo/branch | aud: cloud service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>
                <a:solidFill>
                  <a:srgbClr val="FFFFFF"/>
                </a:solidFill>
              </a:rPr>
              <a:t>Use jwt.ms to inspect token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A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Demo 3: Configuring Azure Trust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FFFFFF"/>
                </a:solidFill>
              </a:defRPr>
            </a:pPr>
            <a:r>
              <a:rPr>
                <a:solidFill>
                  <a:srgbClr val="FFFFFF"/>
                </a:solidFill>
              </a:rPr>
              <a:t>Entra ID App Registration (Service Principal)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>
                <a:solidFill>
                  <a:srgbClr val="FFFFFF"/>
                </a:solidFill>
              </a:rPr>
              <a:t>Federated Credential links GitHub JWT to Entra ID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>
                <a:solidFill>
                  <a:srgbClr val="FFFFFF"/>
                </a:solidFill>
              </a:rPr>
              <a:t>Subject match creates trust bridge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A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Feedback &amp; 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FFFFFF"/>
                </a:solidFill>
              </a:defRPr>
            </a:pPr>
            <a:r>
              <a:rPr>
                <a:solidFill>
                  <a:srgbClr val="FFFFFF"/>
                </a:solidFill>
              </a:rPr>
              <a:t>Your input shapes Session 2!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>
                <a:solidFill>
                  <a:srgbClr val="FFFFFF"/>
                </a:solidFill>
              </a:rPr>
              <a:t>Use Q&amp;A or QR form for comments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>
                <a:solidFill>
                  <a:srgbClr val="FFFFFF"/>
                </a:solidFill>
              </a:rPr>
              <a:t>Thank you for participating in the beta!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